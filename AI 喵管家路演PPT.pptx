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0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9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大家好，欢迎参加我们的路演。今天，我们将向大家介绍一款革命性的智能宠物产品——AI 喵管家。我们的使命是“重新定义智能养宠体验”，通过尖端的AI技术，解决每一位猫主人在日常照护中遇到的痛点，让“猫咪不拆家，吃饭也准时”不再是梦想。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本次路演将分为四个部分。首先，我们将分析当前养宠市场存在的核心痛点；其次，详细介绍我们的解决方案——AI 喵管家的三大核心功能；接着，我们会深入解读产品背后的技术核心，展示我们的竞争壁垒；最后，将对市场前景和未来规划进行展望。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那么，我们为何要打造AI 喵管家这款产品？让我们首先聚焦于当前城市养宠人群，特别是猫咪主人所面临的普遍痛点。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总结起来，主要有三大痛点：第一，精力过剩导致的拆家问题；第二，饮食不规律带来的健康隐患；第三，无法实时掌握爱宠状态的焦虑。这些问题不仅困扰着主人，也影响着猫咪的生活质量。这正是AI 喵管家诞生的初衷。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针对以上痛点，我们提出了一体化的智能解决方案——AI 喵管家。它集三大核心功能于一身，旨在从根本上解决这些问题。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首先是AI智能逗猫功能。我们通过先进的机器视觉和行为分析技术，能够像主人一样“看懂”猫咪的状态。当检测到猫咪无聊时，会自动启动激光逗猫，引导它运动，有效消耗过剩精力，从源头上减少拆家行为。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AI智能投喂功能。我们摒弃了简单的定时功能，而是利用ARIMA预测模型，为每一只猫咪建立个性化的饮食档案。系统会自动学习它的进食偏好和习惯，即使主人出差或加班，也能确保猫咪按时、按量吃到食物，规律饮食，健康成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也是最关键的一点——AI异常预警功能。这相当于为猫咪配备了一位24小时在线的家庭医生。系统会持续分析猫咪的行为模式，一旦发现任何异常，比如长时间不进食、过度舔毛等，会立即向主人发出警报，让主人即使远在千里之外，也能及时掌握爱宠的健康状况，防患于未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强大的功能背后，是我们坚实的技术壁垒。接下来，我将为大家揭示AI 喵管家的技术核心，这也是我们区别于其他产品的关键所在。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我们的技术优势体现在AI的全流程参与。从最前端的动作识别，到状态分析，再到投喂预测和异常检测，我们构建了一个完整的AI决策闭环。这意味着，AI 喵管家不仅仅是一个执行命令的工具，更是一个能够自主学习、自主决策的智能管家。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介绍完产品和技术，我们再来看看广阔的市场前景。AI 喵管家所处的赛道，是一个正在高速增长的黄金赛道。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2028年宠物猫市场规模达到2184亿元的预测，并非凭空猜测。首先，过去三年市场保持了约8%的稳健年复合增长率；其次，养猫的家庭和数量仍在持续增加；更重要的是，以90后、00后为代表的年轻消费主力，他们不仅爱猫，更愿意为提升猫咪生活品质的智能产品买单，同时单只猫咪的年均消费也在逐年攀升。这四大核心因素共同支撑了我们对未来市场的乐观判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我的介绍到此结束。感谢各位的聆听。我们坚信，AI 喵管家将开启一个全新的智能养宠时代，我们期待能与各位携手，共同挖掘这片蓝海市场的巨大潜力。谢谢大家！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tags" Target="../tags/tag2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tags" Target="../tags/tag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6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30.svg"/><Relationship Id="rId6" Type="http://schemas.openxmlformats.org/officeDocument/2006/relationships/image" Target="../media/image29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svg"/><Relationship Id="rId8" Type="http://schemas.openxmlformats.org/officeDocument/2006/relationships/image" Target="../media/image48.png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54.png"/><Relationship Id="rId13" Type="http://schemas.openxmlformats.org/officeDocument/2006/relationships/image" Target="../media/image53.svg"/><Relationship Id="rId12" Type="http://schemas.openxmlformats.org/officeDocument/2006/relationships/image" Target="../media/image52.png"/><Relationship Id="rId11" Type="http://schemas.openxmlformats.org/officeDocument/2006/relationships/image" Target="../media/image51.svg"/><Relationship Id="rId10" Type="http://schemas.openxmlformats.org/officeDocument/2006/relationships/image" Target="../media/image50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image" Target="../media/image5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50A14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AI 喵管家 (AI Meow Butler)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0B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重新定义智能养宠体验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67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有 AI 喵陪，猫咪不拆家，吃饭也准时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0" y="5842000"/>
            <a:ext cx="304800" cy="304800"/>
          </a:xfrm>
          <a:prstGeom prst="rect">
            <a:avLst/>
          </a:prstGeom>
        </p:spPr>
      </p:pic>
      <p:sp>
        <p:nvSpPr>
          <p:cNvPr id="9" name="AutoShape 7"/>
          <p:cNvSpPr/>
          <p:nvPr/>
        </p:nvSpPr>
        <p:spPr>
          <a:xfrm>
            <a:off x="1016000" y="4889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>
              <a:lnSpc>
                <a:spcPct val="125000"/>
              </a:lnSpc>
              <a:defRPr/>
            </a:pPr>
            <a:r>
              <a:rPr lang="en-US" sz="2000">
                <a:solidFill>
                  <a:srgbClr val="00B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汇报人：陈树铭</a:t>
            </a:r>
            <a:endParaRPr lang="en-US" sz="2000">
              <a:solidFill>
                <a:srgbClr val="00BFFF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Poppins"/>
                <a:sym typeface="Poppins"/>
              </a:rPr>
              <a:t>目录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14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0828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828800" y="2082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市场痛点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828800" y="25146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深入剖析当前养宠行业存在的核心难题，探寻市场空白与机遇。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1778000"/>
            <a:ext cx="514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1300" y="20828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53300" y="2082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解决方案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353300" y="25146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喵管家如何通过三大核心功能，打破传统养宠模式的局限。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514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43688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828800" y="4368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技术核心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828800" y="48006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揭秘产品背后的核心算法与技术壁垒，展示我们的硬实力。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4064000"/>
            <a:ext cx="5143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1300" y="43688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53300" y="4368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商业前景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53300" y="48006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分析市场规模，展望未来发展规划，共创智慧养宠新生态。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市场痛点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69">
            <a:off x="5588040" y="3422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我们为何而来？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Poppins"/>
                <a:sym typeface="Poppins"/>
              </a:rPr>
              <a:t>三大核心痛点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8200" y="2159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016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精力过剩，拆家搞破坏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7"/>
            </p:custDataLst>
          </p:nvPr>
        </p:nvCxnSpPr>
        <p:spPr>
          <a:xfrm rot="-19098">
            <a:off x="1270018" y="3422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16000" y="3556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上班族白天离家，猫咪独处精力无处释放，导致乱抓家具、翻垃圾桶等行为，不仅造成经济损失，也让主人头疼。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91200" y="2159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9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饮食不规律，健康难保障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4"/>
            </p:custDataLst>
          </p:nvPr>
        </p:nvCxnSpPr>
        <p:spPr>
          <a:xfrm rot="-19098">
            <a:off x="4953018" y="3422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4699000" y="3556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人工喂食无法精准定时定量，猫咪时而暴饮暴食，时而挨饿，长期下来严重影响肠胃健康，甚至引发疾病。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74200" y="2159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8382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状态难掌握，异常难发现</a:t>
            </a:r>
            <a:endParaRPr lang="en-US" sz="1100"/>
          </a:p>
        </p:txBody>
      </p:sp>
      <p:cxnSp>
        <p:nvCxnSpPr>
          <p:cNvPr id="18" name="Connector 18"/>
          <p:cNvCxnSpPr/>
          <p:nvPr>
            <p:custDataLst>
              <p:tags r:id="rId21"/>
            </p:custDataLst>
          </p:nvPr>
        </p:nvCxnSpPr>
        <p:spPr>
          <a:xfrm rot="-19098">
            <a:off x="8636018" y="3422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8382000" y="3556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主人无法实时监控猫咪状态，对于生病、受伤或异常行为难以及时发现和干预，可能错过最佳处理时机。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" r="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215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69">
            <a:off x="5588040" y="405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0" y="4254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喵管家如何破局？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oppins"/>
              </a:rPr>
              <a:t>核心功能一：AI</a:t>
            </a: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oppins"/>
              </a:rPr>
              <a:t>智能逗猫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4858" r="14858"/>
          <a:stretch>
            <a:fillRect/>
          </a:stretch>
        </p:blipFill>
        <p:spPr>
          <a:xfrm>
            <a:off x="762000" y="1778000"/>
            <a:ext cx="5080000" cy="4064000"/>
          </a:xfrm>
          <a:prstGeom prst="roundRect">
            <a:avLst>
              <a:gd name="adj" fmla="val 4687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00BFFF">
                <a:alpha val="4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223000" y="1778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68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985000" y="1930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解决核心痛点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0" y="2286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针对猫咪精力过剩导致的拆家搞破坏行为，从源头进行干预。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31115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30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32639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智能互动机制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85000" y="3619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AI自动识别猫咪状态，主动触发激光逗猫模式，引导快乐运动。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4445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635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4597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硬核技术支撑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985000" y="4953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RandomForest 行为分类模型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YOLOv8 动作识别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，精准判定无聊或兴奋状态。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oppins"/>
              </a:rPr>
              <a:t>核心功能二：AI智能投喂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4858" r="14858"/>
          <a:stretch>
            <a:fillRect/>
          </a:stretch>
        </p:blipFill>
        <p:spPr>
          <a:xfrm>
            <a:off x="762000" y="1651000"/>
            <a:ext cx="5080000" cy="4064000"/>
          </a:xfrm>
          <a:prstGeom prst="roundRect">
            <a:avLst>
              <a:gd name="adj" fmla="val 3125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BFFF">
                <a:alpha val="3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223000" y="1651000"/>
            <a:ext cx="5207000" cy="4064000"/>
          </a:xfrm>
          <a:prstGeom prst="roundRect">
            <a:avLst>
              <a:gd name="adj" fmla="val 3125"/>
            </a:avLst>
          </a:prstGeom>
          <a:solidFill>
            <a:srgbClr val="101C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858000" y="1879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解决痛点：饮食不规律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858000" y="22352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针对现代养宠人忙碌的生活节奏，解决因加班出差导致的喂食不及时，保障猫咪肠胃健康。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6477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98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29591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核心功能：个性化动态喂养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33147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摒弃传统固定模式，AI 智能精准投喂，根据猫咪实时状态动态调整喂食计划。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386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064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4038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技术内核：ARIMA 预测模型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58000" y="43942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采用先进的时间序列预测算法，深度学习猫咪独特的进食规律，结合主人作息，实现真正的定时定量。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oppins"/>
              </a:rPr>
              <a:t>核心功能三：AI异常预警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4858" r="14858"/>
          <a:stretch>
            <a:fillRect/>
          </a:stretch>
        </p:blipFill>
        <p:spPr>
          <a:xfrm>
            <a:off x="762000" y="1778000"/>
            <a:ext cx="5080000" cy="4064000"/>
          </a:xfrm>
          <a:prstGeom prst="roundRect">
            <a:avLst>
              <a:gd name="adj" fmla="val 3125"/>
            </a:avLst>
          </a:prstGeom>
          <a:noFill/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00BFFF">
                <a:alpha val="3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1841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654800" y="18034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核心痛点：状态难掌握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54800" y="2184400"/>
            <a:ext cx="477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传统监控无法主动识别异常，往往在事后才发现问题，无法做到防患于未然。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384">
            <a:off x="6223008" y="2787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3000" y="3048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654800" y="30099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功能价值：全天候智能守护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54800" y="3390900"/>
            <a:ext cx="477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系统持续分析猫咪行为模式，一旦发现异常立即通过APP推送预警，如同24小时家庭医生。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384">
            <a:off x="6223008" y="3994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3000" y="4254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654800" y="42164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技术内核：双重校验机制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54800" y="4597400"/>
            <a:ext cx="4775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IsolationForest 异常检测模型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结合业务规则阈值，精准识别抓挠过多、长时间不动、进食异常等行为，误报率低。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技术核心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81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我们的壁垒在哪里？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oppins"/>
              </a:rPr>
              <a:t>AI全流程参与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141E32">
              <a:alpha val="8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72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730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动作识别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1485">
            <a:off x="1016020" y="3168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3302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基于YOLOv8算法，精准识别抓挠、蹭物体、跳跃等动作。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141E32">
              <a:alpha val="8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2300" y="2032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594100" y="2730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状态分析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1485">
            <a:off x="3721120" y="3168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594100" y="3302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利用RandomForest模型，分析判定无聊、兴奋、紧张等情绪状态。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141E32">
              <a:alpha val="8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37400" y="2032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299200" y="2730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投喂预测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1485">
            <a:off x="6426220" y="3168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299200" y="3302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基于ARIMA时间序列模型，结合历史数据生成个性化动态投喂计划。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0" y="1778000"/>
            <a:ext cx="2540000" cy="4064000"/>
          </a:xfrm>
          <a:prstGeom prst="roundRect">
            <a:avLst>
              <a:gd name="adj" fmla="val 5000"/>
            </a:avLst>
          </a:prstGeom>
          <a:solidFill>
            <a:srgbClr val="141E32">
              <a:alpha val="8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55200" y="2032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17000" y="2730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7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异常检测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1485">
            <a:off x="9144020" y="3168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017000" y="3302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通过IsolationForest建立行为基线，有效识别并预警异常行为。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商业前景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81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市场与未来展望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Poppins"/>
                <a:sym typeface="Poppins"/>
              </a:rPr>
              <a:t>目标用户与市场潜力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核心用户画像：忙碌的城市养宠青年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18">
            <a:off x="1016009" y="2279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476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24384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典型人群：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养宠上班族、频繁出差的猫主人。爱猫但缺乏精细化照料时间。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175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31369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消费趋势：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90后/00后成为主力军，高知化、年轻化，付费意愿强，追求品质生活。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873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38354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产品偏好：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对智能养宠设备接受度极高，愿意为“省心”和“科学喂养”买单。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1651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1905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市场规模爆发式增长预测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418">
            <a:off x="6540509" y="2279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7000" y="4419600"/>
            <a:ext cx="463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数据来源：《2026年中国宠物行业白皮书（消费报告）》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0" y="4699000"/>
            <a:ext cx="4636135" cy="1423035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5308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4783455"/>
            <a:ext cx="4064000" cy="1259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预测逻辑：为何看好猫经济未来？</a:t>
            </a:r>
            <a:endParaRPr lang="en-US" sz="1100"/>
          </a:p>
          <a:p>
            <a:pPr indent="0" algn="l">
              <a:lnSpc>
                <a:spcPct val="13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历史增长稳健：2023-2025年CAGR约8%；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养猫数量持续攀升至7289万只；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90/00后占比超69%，愿为智能/品质付费；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单宠年消费升至2085元，精细化趋势明显。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541135" y="2019300"/>
            <a:ext cx="4635500" cy="2540000"/>
            <a:chOff x="10300" y="3700"/>
            <a:chExt cx="7300" cy="4000"/>
          </a:xfrm>
        </p:grpSpPr>
        <p:pic>
          <p:nvPicPr>
            <p:cNvPr id="32" name="Picture 1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300" y="3700"/>
              <a:ext cx="7300" cy="4000"/>
            </a:xfrm>
            <a:prstGeom prst="rect">
              <a:avLst/>
            </a:prstGeom>
          </p:spPr>
        </p:pic>
        <p:sp>
          <p:nvSpPr>
            <p:cNvPr id="33" name="AutoShape 20"/>
            <p:cNvSpPr/>
            <p:nvPr/>
          </p:nvSpPr>
          <p:spPr>
            <a:xfrm>
              <a:off x="11900" y="4800"/>
              <a:ext cx="8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FFFFFF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1305</a:t>
              </a:r>
              <a:endParaRPr lang="en-US" sz="1100"/>
            </a:p>
          </p:txBody>
        </p:sp>
        <p:sp>
          <p:nvSpPr>
            <p:cNvPr id="34" name="AutoShape 21"/>
            <p:cNvSpPr/>
            <p:nvPr/>
          </p:nvSpPr>
          <p:spPr>
            <a:xfrm>
              <a:off x="13300" y="4600"/>
              <a:ext cx="8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FFFFFF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1445</a:t>
              </a:r>
              <a:endParaRPr lang="en-US" sz="1100"/>
            </a:p>
          </p:txBody>
        </p:sp>
        <p:sp>
          <p:nvSpPr>
            <p:cNvPr id="35" name="AutoShape 22"/>
            <p:cNvSpPr/>
            <p:nvPr/>
          </p:nvSpPr>
          <p:spPr>
            <a:xfrm>
              <a:off x="15000" y="4600"/>
              <a:ext cx="8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FFFFFF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1520</a:t>
              </a:r>
              <a:endParaRPr lang="en-US" sz="1100"/>
            </a:p>
          </p:txBody>
        </p:sp>
        <p:sp>
          <p:nvSpPr>
            <p:cNvPr id="36" name="AutoShape 23"/>
            <p:cNvSpPr/>
            <p:nvPr/>
          </p:nvSpPr>
          <p:spPr>
            <a:xfrm>
              <a:off x="16700" y="4400"/>
              <a:ext cx="8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FFFFFF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2184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期待与您携手，共创智能养宠新时代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80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4191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27500" y="41529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2462853518@qq.com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4191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67500" y="4152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13266897981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10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14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ags/tag15.xml><?xml version="1.0" encoding="utf-8"?>
<p:tagLst xmlns:p="http://schemas.openxmlformats.org/presentationml/2006/main">
  <p:tag name="KSO_WM_DIAGRAM_VIRTUALLY_FRAME" val="{&quot;height&quot;:320,&quot;left&quot;:60,&quot;top&quot;:14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WPS 演示</Application>
  <PresentationFormat/>
  <Paragraphs>154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8" baseType="lpstr">
      <vt:lpstr>Arial</vt:lpstr>
      <vt:lpstr>宋体</vt:lpstr>
      <vt:lpstr>Wingdings</vt:lpstr>
      <vt:lpstr>Arial</vt:lpstr>
      <vt:lpstr>Noto Sans SC</vt:lpstr>
      <vt:lpstr>Poppins</vt:lpstr>
      <vt:lpstr>UmePlus Gothic</vt:lpstr>
      <vt:lpstr>微软雅黑</vt:lpstr>
      <vt:lpstr>Arial Unicode MS</vt:lpstr>
      <vt:lpstr>Noto Sans JP Thin</vt:lpstr>
      <vt:lpstr>Noto Sans JP DemiLight</vt:lpstr>
      <vt:lpstr>MS UI Gothic</vt:lpstr>
      <vt:lpstr>MingLiU-ExtB</vt:lpstr>
      <vt:lpstr>等线</vt:lpstr>
      <vt:lpstr>微软雅黑 Light</vt:lpstr>
      <vt:lpstr>华文细黑</vt:lpstr>
      <vt:lpstr>华文宋体</vt:lpstr>
      <vt:lpstr>Noto Sans JP Medium</vt:lpstr>
      <vt:lpstr>Noto Sans HK Thin</vt:lpstr>
      <vt:lpstr>MingLiU_HKSCS-ExtB</vt:lpstr>
      <vt:lpstr>MS Gothic</vt:lpstr>
      <vt:lpstr>Noto Sans KR Black</vt:lpstr>
      <vt:lpstr>MS PGothic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巴卫</cp:lastModifiedBy>
  <cp:revision>1</cp:revision>
  <dcterms:created xsi:type="dcterms:W3CDTF">2026-02-04T16:27:35Z</dcterms:created>
  <dcterms:modified xsi:type="dcterms:W3CDTF">2026-02-04T16:27:35Z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0036720903824C54B3561D5E301BFB45_13</vt:lpwstr>
  </property>
  <property fmtid="{D5CDD505-2E9C-101B-9397-08002B2CF9AE}" pid="3" name="KSOProductBuildVer">
    <vt:lpwstr>2052-12.1.0.21171</vt:lpwstr>
  </property>
</Properties>
</file>